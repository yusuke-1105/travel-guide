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Omakase Travel Planner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おまかせで、あっと驚く旅程を。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 × 現地の知見 でつくる、あなただけの旅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058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Concept Share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きっかけはこの体験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F7F5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プランニングが得意な友人に</a:t>
            </a:r>
            <a:endParaRPr lang="en-US" sz="2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任せた旅行が、一番楽しかった 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892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チームメンバーの実体験より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777240" cy="777240"/>
          </a:xfrm>
          <a:prstGeom prst="ellipse">
            <a:avLst/>
          </a:prstGeom>
          <a:solidFill>
            <a:srgbClr val="1E2F4D"/>
          </a:solidFill>
          <a:ln/>
        </p:spPr>
      </p:sp>
      <p:pic>
        <p:nvPicPr>
          <p:cNvPr id="7" name="Image 0" descr="/home/claude/omakase-slides/icons_png/hea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928" y="1892808"/>
            <a:ext cx="466344" cy="4663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1709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旅行の計画が苦手な人は多い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12140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調べる時間・情報の多さに、旅行前から疲れてしまう。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474720"/>
            <a:ext cx="777240" cy="777240"/>
          </a:xfrm>
          <a:prstGeom prst="ellipse">
            <a:avLst/>
          </a:prstGeom>
          <a:solidFill>
            <a:srgbClr val="1E2F4D"/>
          </a:solidFill>
          <a:ln/>
        </p:spPr>
      </p:sp>
      <p:pic>
        <p:nvPicPr>
          <p:cNvPr id="11" name="Image 1" descr="/home/claude/omakase-slides/icons_png/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363016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3447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「任せる」だけで満足度が上がる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385876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得意な人に乗っかるだけで、旅そのものを楽しめた。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コンセプト：Omakase × Omotenashi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細かく入力しない。それでも、聞かれる前に必要な情報が用意されている。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7F5F1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40280"/>
            <a:ext cx="146304" cy="146304"/>
          </a:xfrm>
          <a:prstGeom prst="ellipse">
            <a:avLst/>
          </a:prstGeom>
          <a:solidFill>
            <a:srgbClr val="1E2F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2212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06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おまかせ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290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入力するのはMBTI・都市・期間など最小限。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細部の判断はAIに委ねる、寿司屋の「おまかせ」と同じ体験。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7F5F1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40280"/>
            <a:ext cx="146304" cy="146304"/>
          </a:xfrm>
          <a:prstGeom prst="ellipse">
            <a:avLst/>
          </a:prstGeom>
          <a:solidFill>
            <a:srgbClr val="D649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93992" y="2212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OMOTENASHI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おもてなし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4290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天気、治安、移動手段の裏ワザ、お土産の選び方——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聞かれる前に、先回りして提案する。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驚き ” をつくる、6つの現地知見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プランニングが得意な人が、旅前に必ず調べている情報をAIに埋め込む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13760" cy="1920240"/>
          </a:xfrm>
          <a:prstGeom prst="roundRect">
            <a:avLst>
              <a:gd name="adj" fmla="val 4762"/>
            </a:avLst>
          </a:prstGeom>
          <a:solidFill>
            <a:srgbClr val="F7F5F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omakase-slides/icons_png/gift_vermil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718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お土産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定番／現地限定を、相手の年齢・性別で出し分け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3880" y="1965960"/>
            <a:ext cx="3413760" cy="1920240"/>
          </a:xfrm>
          <a:prstGeom prst="roundRect">
            <a:avLst>
              <a:gd name="adj" fmla="val 4762"/>
            </a:avLst>
          </a:prstGeom>
          <a:solidFill>
            <a:srgbClr val="F7F5F1"/>
          </a:solidFill>
          <a:ln/>
        </p:spPr>
      </p:sp>
      <p:sp>
        <p:nvSpPr>
          <p:cNvPr id="10" name="Shape 7"/>
          <p:cNvSpPr/>
          <p:nvPr/>
        </p:nvSpPr>
        <p:spPr>
          <a:xfrm>
            <a:off x="464820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/home/claude/omakase-slides/icons_png/food_vermil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0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8200" y="29718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ご飯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48200" y="333756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観光客向けと地元民の店を明確に区別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7680" y="1965960"/>
            <a:ext cx="3413760" cy="1920240"/>
          </a:xfrm>
          <a:prstGeom prst="roundRect">
            <a:avLst>
              <a:gd name="adj" fmla="val 4762"/>
            </a:avLst>
          </a:prstGeom>
          <a:solidFill>
            <a:srgbClr val="F7F5F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2000" y="22402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/home/claude/omakase-slides/icons_png/transport_vermil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377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2000" y="297180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移動手段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82000" y="333756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Uber/Waymoの時間帯別の賢い使い分け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206240"/>
            <a:ext cx="3413760" cy="1920240"/>
          </a:xfrm>
          <a:prstGeom prst="roundRect">
            <a:avLst>
              <a:gd name="adj" fmla="val 4762"/>
            </a:avLst>
          </a:prstGeom>
          <a:solidFill>
            <a:srgbClr val="F7F5F1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/home/claude/omakase-slides/icons_png/weather_vermil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617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4400" y="521208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天気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57784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寒暖差を服装アドバイスに変換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73880" y="4206240"/>
            <a:ext cx="3413760" cy="1920240"/>
          </a:xfrm>
          <a:prstGeom prst="roundRect">
            <a:avLst>
              <a:gd name="adj" fmla="val 4762"/>
            </a:avLst>
          </a:prstGeom>
          <a:solidFill>
            <a:srgbClr val="F7F5F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48200" y="448056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4" descr="/home/claude/omakase-slides/icons_png/caution_vermil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360" y="46177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48200" y="521208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治安・注意事項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48200" y="557784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一般的な注意喚起として先回りで提示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7680" y="4206240"/>
            <a:ext cx="3413760" cy="1920240"/>
          </a:xfrm>
          <a:prstGeom prst="roundRect">
            <a:avLst>
              <a:gd name="adj" fmla="val 4762"/>
            </a:avLst>
          </a:prstGeom>
          <a:solidFill>
            <a:srgbClr val="F7F5F1"/>
          </a:solidFill>
          <a:ln/>
        </p:spPr>
      </p:sp>
      <p:sp>
        <p:nvSpPr>
          <p:cNvPr id="30" name="Shape 23"/>
          <p:cNvSpPr/>
          <p:nvPr/>
        </p:nvSpPr>
        <p:spPr>
          <a:xfrm>
            <a:off x="8382000" y="448056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/home/claude/omakase-slides/icons_png/trend_vermil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160" y="46177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82000" y="521208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文化・流行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82000" y="557784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今、現地で話題のことを1〜2個だけ厳選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使い方は、たった3ステップ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7F5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DE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入力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MBTI・滞在都市・期間・避けたいこと・お土産の相手情報を入力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087368" y="35204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F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9C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APIが、天気・治安・流行をWeb検索しながらプランを作成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90688" y="352044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7F5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2286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3DE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受け取る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行程と先回り情報が、贈り物を開けるように画面へ登場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提案には、必ず“理由”が添えられる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MBTIタイプに基づいたコメントで、「わかってくれてる」感をつくる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80160" y="2011680"/>
            <a:ext cx="9601200" cy="4023360"/>
          </a:xfrm>
          <a:prstGeom prst="roundRect">
            <a:avLst>
              <a:gd name="adj" fmla="val 3182"/>
            </a:avLst>
          </a:prstGeom>
          <a:solidFill>
            <a:srgbClr val="F7F5F1"/>
          </a:solidFill>
          <a:ln w="12700">
            <a:solidFill>
              <a:srgbClr val="E4DFD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6916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09:00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6974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人が少ない朝の時間帯に、静かな庭園を散策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91640" y="3291840"/>
            <a:ext cx="8778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20240" y="32918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INFPのあなたには、</a:t>
            </a:r>
            <a:pPr indent="0" marL="0">
              <a:buNone/>
            </a:pPr>
            <a:r>
              <a:rPr lang="en-US" sz="140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人との距離を保てる静けさ</a:t>
            </a:r>
            <a:pPr indent="0" marL="0">
              <a:buNone/>
            </a:pPr>
            <a:r>
              <a:rPr lang="en-US" sz="14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が合うはずです。</a:t>
            </a:r>
            <a:endParaRPr lang="en-US" sz="1400" dirty="0"/>
          </a:p>
        </p:txBody>
      </p:sp>
      <p:pic>
        <p:nvPicPr>
          <p:cNvPr id="9" name="Image 0" descr="/home/claude/omakase-slides/icons_png/transport_vermil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42519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48840" y="42153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Waymoの方が安い時間帯です（チップ不要）</a:t>
            </a:r>
            <a:endParaRPr lang="en-US" sz="1300" dirty="0"/>
          </a:p>
        </p:txBody>
      </p:sp>
      <p:pic>
        <p:nvPicPr>
          <p:cNvPr id="11" name="Image 1" descr="/home/claude/omakase-slides/icons_png/weather_vermil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47091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48840" y="46725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朝は肌寒いので、薄手の羽織りを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技術構成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2A4269"/>
          </a:solidFill>
          <a:ln/>
        </p:spPr>
      </p:sp>
      <p:pic>
        <p:nvPicPr>
          <p:cNvPr id="4" name="Image 0" descr="/home/claude/omakase-slides/icons_png/cpu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API（Sonnet）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17627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システムプロンプトに、現地に詳しい人の知見をすべて埋め込む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9360" y="1828800"/>
            <a:ext cx="640080" cy="640080"/>
          </a:xfrm>
          <a:prstGeom prst="ellipse">
            <a:avLst/>
          </a:prstGeom>
          <a:solidFill>
            <a:srgbClr val="2A4269"/>
          </a:solidFill>
          <a:ln/>
        </p:spPr>
      </p:sp>
      <p:pic>
        <p:nvPicPr>
          <p:cNvPr id="8" name="Image 1" descr="/home/claude/omakase-slides/icons_png/map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Web検索ツール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217627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天気予報・治安情報・現地の流行を、リアルタイムに反映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2A4269"/>
          </a:solidFill>
          <a:ln/>
        </p:spPr>
      </p:sp>
      <p:pic>
        <p:nvPicPr>
          <p:cNvPr id="12" name="Image 2" descr="/home/claude/omakase-slides/icons_png/heart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690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MBTIロジック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2793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提案の一つひとつに、性格タイプに基づく理由づけを添える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309360" y="3931920"/>
            <a:ext cx="640080" cy="640080"/>
          </a:xfrm>
          <a:prstGeom prst="ellipse">
            <a:avLst/>
          </a:prstGeom>
          <a:solidFill>
            <a:srgbClr val="2A4269"/>
          </a:solidFill>
          <a:ln/>
        </p:spPr>
      </p:sp>
      <p:pic>
        <p:nvPicPr>
          <p:cNvPr id="16" name="Image 3" descr="/home/claude/omakase-slides/icons_png/trend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06908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3232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JSON構造化出力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7132320" y="4279392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8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行程データを構造化して受け取り、画面表示に直結させる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得意な人の“おまかせ”を、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みんなの旅に。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10058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今日のゴール：動くデモ　＋　30秒で伝わるプレゼン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Omakase Travel Planner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2026-09-10T21:07:53Z</dcterms:created>
  <dcterms:modified xsi:type="dcterms:W3CDTF">2026-09-10T21:07:53Z</dcterms:modified>
</cp:coreProperties>
</file>